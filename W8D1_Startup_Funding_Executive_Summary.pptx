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Startup Funding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W8D1 – Executive Summary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number of startups: 3044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funding raised: $38,057,737,864.22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funding per startup: $18,429,897.27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funding received by a startup: $3,900,000,000.00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Lowest recorded funding amount: $16,000.00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funding by industry, location and year.</a:t>
            </a:r>
          </a:p>
          <a:p>
            <a:r>
              <a:t>• Compare funding levels across startups.</a:t>
            </a:r>
          </a:p>
          <a:p>
            <a:r>
              <a:t>• Investigate factors affecting high and low funding.</a:t>
            </a:r>
          </a:p>
          <a:p>
            <a:r>
              <a:t>• Use funding trends to support investment decisions.</a:t>
            </a:r>
          </a:p>
          <a:p>
            <a:r>
              <a:t>• Perform deeper analysis for better business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