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Funding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W8D3 - PPT Report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The analysis of the startup funding dataset provides a useful overview</a:t>
            </a:r>
            <a:r>
              <a:rPr lang="en-IN" dirty="0"/>
              <a:t> </a:t>
            </a:r>
            <a:r>
              <a:rPr dirty="0"/>
              <a:t>of funding patterns and business activity. </a:t>
            </a:r>
            <a:endParaRPr lang="en-IN" dirty="0"/>
          </a:p>
          <a:p>
            <a:r>
              <a:rPr dirty="0"/>
              <a:t>The data contains multiple</a:t>
            </a:r>
            <a:r>
              <a:rPr lang="en-IN" dirty="0"/>
              <a:t> </a:t>
            </a:r>
            <a:r>
              <a:rPr dirty="0"/>
              <a:t>records and variables that can help identify important business trends.</a:t>
            </a:r>
          </a:p>
          <a:p>
            <a:r>
              <a:rPr dirty="0"/>
              <a:t>Missing values and data quality were reviewed before preparing the report.</a:t>
            </a:r>
          </a:p>
          <a:p>
            <a:r>
              <a:rPr dirty="0"/>
              <a:t>The analysis can help compare startups, understand funding patterns,</a:t>
            </a:r>
            <a:r>
              <a:rPr lang="en-IN" dirty="0"/>
              <a:t> </a:t>
            </a:r>
            <a:r>
              <a:rPr dirty="0"/>
              <a:t>and support better business planning and investment decisions.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multiple startup funding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includes several business-related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values were checked during data preparation.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 can be used to identify funding and business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insights can support business planning and investment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startup funding trends regularly.</a:t>
            </a:r>
          </a:p>
          <a:p>
            <a:r>
              <a:rPr dirty="0"/>
              <a:t>Compare funding patterns across startups.</a:t>
            </a:r>
          </a:p>
          <a:p>
            <a:r>
              <a:rPr dirty="0"/>
              <a:t>Improve data quality before decision-making.</a:t>
            </a:r>
          </a:p>
          <a:p>
            <a:r>
              <a:rPr dirty="0"/>
              <a:t>Use insights to support investment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</Words>
  <Application>Microsoft Office PowerPoint</Application>
  <PresentationFormat>On-screen Show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Startup Funding Analysis</vt:lpstr>
      <vt:lpstr>Executive Summary</vt:lpstr>
      <vt:lpstr>Insight 1</vt:lpstr>
      <vt:lpstr>Insight 2</vt:lpstr>
      <vt:lpstr>Insight 3</vt:lpstr>
      <vt:lpstr>Insight 4</vt:lpstr>
      <vt:lpstr>Insight 5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KAVYACHARAN.SS@outlook.com</cp:lastModifiedBy>
  <cp:revision>2</cp:revision>
  <dcterms:created xsi:type="dcterms:W3CDTF">2013-01-27T09:14:16Z</dcterms:created>
  <dcterms:modified xsi:type="dcterms:W3CDTF">2026-09-01T13:54:27Z</dcterms:modified>
  <cp:category/>
</cp:coreProperties>
</file>