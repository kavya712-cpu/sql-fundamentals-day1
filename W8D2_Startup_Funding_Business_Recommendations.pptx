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Startup Funding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Recommendations — W8D2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3044 startup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3044 rows and 10 columns.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are 4900 missing values across the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Insight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1 numerical columns for quantitative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Insight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9 categorical columns for category-based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Focus on startups with strong funding potential and clear growth opportunities.</a:t>
            </a:r>
          </a:p>
          <a:p>
            <a:r>
              <a:t>2. Compare funding levels across different startup categories to identify promising sectors.</a:t>
            </a:r>
          </a:p>
          <a:p>
            <a:r>
              <a:t>3. Investigate startups with unusually high funding to understand the factors behind investor interest.</a:t>
            </a:r>
          </a:p>
          <a:p>
            <a:r>
              <a:t>4. Improve data quality by addressing missing values before making important business decisions.</a:t>
            </a:r>
          </a:p>
          <a:p>
            <a:r>
              <a:t>5. Regularly analyze funding trends to support better investment and strategic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